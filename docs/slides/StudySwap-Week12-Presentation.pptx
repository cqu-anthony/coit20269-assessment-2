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app name. One sentence: StudySwap helps CQU students buy and sell textbooks, furniture, and electronics with trusted campus pickup.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Flag that test screenshots will be filled from issue #6 if placeholders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 with 1–2 competitor examples verbally. Emphasize trusted campus meetup, not payments or chat (out of scope v1).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verbally to personas Seller/Buyer. Traceability: auth POST; browse GET; create POST; edit/sold PUT; delete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top-down. Mention env-based MONGODB_URI / JWT_SECRET — no hardcoded credentials. Cordova wraps client/www.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deep-dive if tutor asks. Point to docs/api-contract.md.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Until #6 lands: say we verified flows manually / with Vitest API tests; UI screenshots TBD. After capture, replace placeholders in this slide or add image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CI workflow. Be honest that device screenshots may still be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identify &amp; report only. Full table in docs/vulnerability-analysis.md. Do not claim we fixed these unless a later issue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Handoff to demo. John: lead/docs/BE-FE; Yavik: Atlas/Render; Linh: app shell/theme. Reminder: understanding is assessed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4E2D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second-hand marketplace for CQU students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COIT20269 Assignment 2 · Week 12 Presentation · Group 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Yavik Dayaram · Thi My Linh Huynh · John Anthony Hosenilla Naui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deliverables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who uses StudySwap and why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user requirements — needs from the user’s view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— three-tier hybrid stack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(preliminary) — screenshots / flows (#6 follow-up)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 (preliminary) — identify &amp; report only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(device / emulator / browser)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market gap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CQU students (buyers &amp; sellers) needing cheap campus-local deals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textbooks, furniture, electronics turn over every term / move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Gumtree / Facebook Marketplace are general — weak student trust &amp; campus context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StudentVIP-style sites are not focused on second-hand campus pickup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StudySwap: student-oriented accounts, campus field, simple meetup-friendly listings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hybrid mobile + cloud API; camera for listing photos; online API (Render)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user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stories (docs/user-stories.md)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sign up, log in, log out as a CQU student member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Browse: see active listings; filter by category; open full detail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Sell: create a listing with title, description, price, category, photo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edit own listing, mark sold, delete; see my listings on profile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coverage: GET / POST / PUT / DELETE across real user flows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(v1): in-app chat, payments, ratings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mobile hybrid 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18182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164592" cy="1417320"/>
          </a:xfrm>
          <a:prstGeom prst="rect">
            <a:avLst/>
          </a:prstGeom>
          <a:solidFill>
            <a:srgbClr val="89B4F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Cordova hybrid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Mobile + HTML/CSS/JS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browse, form, profile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plugin for photos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HTTPS JSON + JWT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18182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63240"/>
            <a:ext cx="164592" cy="1417320"/>
          </a:xfrm>
          <a:prstGeom prst="rect">
            <a:avLst/>
          </a:prstGeom>
          <a:solidFill>
            <a:srgbClr val="94E2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— Express (Render)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platform TLS · CORS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local + JWT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users, listings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HTTPS JSON + JWT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18182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754880"/>
            <a:ext cx="164592" cy="1417320"/>
          </a:xfrm>
          <a:prstGeom prst="rect">
            <a:avLst/>
          </a:prstGeom>
          <a:solidFill>
            <a:srgbClr val="FAB38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MongoDB Atlas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5257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Listing documents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 · env secrets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key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tier owns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shared api.js (Bearer token in localStorage), jQM pages in components/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API: POST /users/signup | login | logout · GET /users/me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API: GET/POST/PUT/DELETE /listings (+ owner checks on mutate)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CORS, Passport JWT authenticate, central JSON error handler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path: Atlas for data · Render for API · Cordova for Android demo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(preliminary)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capture under issue #6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81825"/>
          </a:solidFill>
          <a:ln w="19050">
            <a:solidFill>
              <a:srgbClr val="31324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 / Login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screens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81825"/>
          </a:solidFill>
          <a:ln w="19050">
            <a:solidFill>
              <a:srgbClr val="31324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2628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Browse listings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list + filters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81825"/>
          </a:solidFill>
          <a:ln w="19050">
            <a:solidFill>
              <a:srgbClr val="31324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3210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listing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+ camera/file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81825"/>
          </a:solidFill>
          <a:ln w="19050">
            <a:solidFill>
              <a:srgbClr val="31324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Edit / Sold / Delete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+ DELETE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81825"/>
          </a:solidFill>
          <a:ln w="19050">
            <a:solidFill>
              <a:srgbClr val="31324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2628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Profile / My listings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4709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me + owned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81825"/>
          </a:solidFill>
          <a:ln w="19050">
            <a:solidFill>
              <a:srgbClr val="31324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32104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Cordova device (opt.)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4709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 Android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+ manual (preliminary)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Vitest + Supertest — user router &amp; listing CRUD (CI on every PR)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UI: browser against Docker Compose API (localhost:3100)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signup validation, login failure message, logout clears token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Listings: create → appear in browse; edit/sold/delete as owner only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Cordova: camera plugin wired; file-picker fallback in browser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drop screenshots into docs/slides/ or docs/testing/ (#6)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 (preliminary)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 — fixes not required (assignment)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Express API + jQuery Mobile / Cordova client (code review)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V-01 (High): JWT in localStorage → XSS can steal the 7-day session token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V-02 / V-03 (Medium): Open CORS + no login rate limit → demo-friendly, abuse-prone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V-04 / V-05 (Medium): Self-signed HTTPS in lab; listing search uses unescaped $regex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V-06 (Low): Logout is client discard only — stolen JWT valid until expiry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mitigated: bcrypt passwords, env secrets, owner checks, FE HTML escaping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4E2D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questions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 then questions from the tutor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should be ready to explain their owned code.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client/ · server/ · docs/   |   Sources: user-stories, api-contract, vulnerability-analysis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StudySwap · COIT20269 · Group 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StudySwap — Week 12 Presentation</dc:title>
  <dc:subject>COIT20269 Assignment 2 Part B</dc:subject>
  <dc:creator>Group D — StudySwap</dc:creator>
  <cp:lastModifiedBy>Group D — StudySwap</cp:lastModifiedBy>
  <cp:revision>1</cp:revision>
  <dcterms:created xsi:type="dcterms:W3CDTF">2026-09-22T13:50:21Z</dcterms:created>
  <dcterms:modified xsi:type="dcterms:W3CDTF">2026-09-22T13:50:21Z</dcterms:modified>
</cp:coreProperties>
</file>